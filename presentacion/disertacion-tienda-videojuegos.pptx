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90733393d24aa8" /><Relationship Type="http://schemas.openxmlformats.org/officeDocument/2006/relationships/extended-properties" Target="/docProps/app.xml" Id="R374a5aa6265f47a1" /><Relationship Type="http://schemas.openxmlformats.org/officeDocument/2006/relationships/officeDocument" Target="/ppt/presentation.xml" Id="R969f001e449b4b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09e8e578114b9c"/>
  </p:sldMasterIdLst>
  <p:notesMasterIdLst>
    <p:notesMasterId xmlns:r="http://schemas.openxmlformats.org/officeDocument/2006/relationships" r:id="Rd94d6a01801543fb"/>
  </p:notesMasterIdLst>
  <p:sldIdLst>
    <p:sldId xmlns:r="http://schemas.openxmlformats.org/officeDocument/2006/relationships" id="256" r:id="R47b2c3539b3e4603"/>
    <p:sldId xmlns:r="http://schemas.openxmlformats.org/officeDocument/2006/relationships" id="257" r:id="R58998ee8148d4993"/>
    <p:sldId xmlns:r="http://schemas.openxmlformats.org/officeDocument/2006/relationships" id="258" r:id="Rd5450d102d394544"/>
    <p:sldId xmlns:r="http://schemas.openxmlformats.org/officeDocument/2006/relationships" id="259" r:id="Re95aa4d8a6534aca"/>
    <p:sldId xmlns:r="http://schemas.openxmlformats.org/officeDocument/2006/relationships" id="260" r:id="R0574024d72e54d44"/>
    <p:sldId xmlns:r="http://schemas.openxmlformats.org/officeDocument/2006/relationships" id="261" r:id="R821aa95d37134fbf"/>
    <p:sldId xmlns:r="http://schemas.openxmlformats.org/officeDocument/2006/relationships" id="262" r:id="Rfbeeb0afb720408f"/>
    <p:sldId xmlns:r="http://schemas.openxmlformats.org/officeDocument/2006/relationships" id="263" r:id="R3c360ab1b2b54746"/>
    <p:sldId xmlns:r="http://schemas.openxmlformats.org/officeDocument/2006/relationships" id="264" r:id="Rf93e70b3c76d4ae1"/>
    <p:sldId xmlns:r="http://schemas.openxmlformats.org/officeDocument/2006/relationships" id="265" r:id="R52ef567df74f4e89"/>
    <p:sldId xmlns:r="http://schemas.openxmlformats.org/officeDocument/2006/relationships" id="266" r:id="R0988742ddb3d473d"/>
    <p:sldId xmlns:r="http://schemas.openxmlformats.org/officeDocument/2006/relationships" id="267" r:id="R94df8b7cbf1e4d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9e8e578114b9c" /><Relationship Type="http://schemas.openxmlformats.org/officeDocument/2006/relationships/theme" Target="/ppt/theme/theme1.xml" Id="R72e8aaf4abaa4884" /><Relationship Type="http://schemas.openxmlformats.org/officeDocument/2006/relationships/notesMaster" Target="/ppt/notesMasters/notesMaster1.xml" Id="Rd94d6a01801543fb" /><Relationship Type="http://schemas.openxmlformats.org/officeDocument/2006/relationships/presProps" Target="/ppt/presProps.xml" Id="R48357a9d700c4498" /><Relationship Type="http://schemas.openxmlformats.org/officeDocument/2006/relationships/viewProps" Target="/ppt/viewProps.xml" Id="R1ccee9957f1647d5" /><Relationship Type="http://schemas.openxmlformats.org/officeDocument/2006/relationships/tableStyles" Target="/ppt/tableStyles.xml" Id="R70a85ce263a949ec" /><Relationship Type="http://schemas.openxmlformats.org/officeDocument/2006/relationships/slide" Target="/ppt/slides/slide1.xml" Id="R47b2c3539b3e4603" /><Relationship Type="http://schemas.openxmlformats.org/officeDocument/2006/relationships/slide" Target="/ppt/slides/slide2.xml" Id="R58998ee8148d4993" /><Relationship Type="http://schemas.openxmlformats.org/officeDocument/2006/relationships/slide" Target="/ppt/slides/slide3.xml" Id="Rd5450d102d394544" /><Relationship Type="http://schemas.openxmlformats.org/officeDocument/2006/relationships/slide" Target="/ppt/slides/slide4.xml" Id="Re95aa4d8a6534aca" /><Relationship Type="http://schemas.openxmlformats.org/officeDocument/2006/relationships/slide" Target="/ppt/slides/slide5.xml" Id="R0574024d72e54d44" /><Relationship Type="http://schemas.openxmlformats.org/officeDocument/2006/relationships/slide" Target="/ppt/slides/slide6.xml" Id="R821aa95d37134fbf" /><Relationship Type="http://schemas.openxmlformats.org/officeDocument/2006/relationships/slide" Target="/ppt/slides/slide7.xml" Id="Rfbeeb0afb720408f" /><Relationship Type="http://schemas.openxmlformats.org/officeDocument/2006/relationships/slide" Target="/ppt/slides/slide8.xml" Id="R3c360ab1b2b54746" /><Relationship Type="http://schemas.openxmlformats.org/officeDocument/2006/relationships/slide" Target="/ppt/slides/slide9.xml" Id="Rf93e70b3c76d4ae1" /><Relationship Type="http://schemas.openxmlformats.org/officeDocument/2006/relationships/slide" Target="/ppt/slides/slide10.xml" Id="R52ef567df74f4e89" /><Relationship Type="http://schemas.openxmlformats.org/officeDocument/2006/relationships/slide" Target="/ppt/slides/slide11.xml" Id="R0988742ddb3d473d" /><Relationship Type="http://schemas.openxmlformats.org/officeDocument/2006/relationships/slide" Target="/ppt/slides/slide12.xml" Id="R94df8b7cbf1e4d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6778747581841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7512dce1014321" /><Relationship Type="http://schemas.openxmlformats.org/officeDocument/2006/relationships/notesMaster" Target="/ppt/notesMasters/notesMaster1.xml" Id="R3fbfbcf2f43e43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dd45da72884c7f" /><Relationship Type="http://schemas.openxmlformats.org/officeDocument/2006/relationships/notesMaster" Target="/ppt/notesMasters/notesMaster1.xml" Id="R2c2ca8066b9446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72cb18947f481f" /><Relationship Type="http://schemas.openxmlformats.org/officeDocument/2006/relationships/notesMaster" Target="/ppt/notesMasters/notesMaster1.xml" Id="R0d84c17743d947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7f022af35642b0" /><Relationship Type="http://schemas.openxmlformats.org/officeDocument/2006/relationships/notesMaster" Target="/ppt/notesMasters/notesMaster1.xml" Id="Rb10e8ea9dc9a4f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f4700f13114589" /><Relationship Type="http://schemas.openxmlformats.org/officeDocument/2006/relationships/notesMaster" Target="/ppt/notesMasters/notesMaster1.xml" Id="R92123296a85347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d8a365ba5d44bf" /><Relationship Type="http://schemas.openxmlformats.org/officeDocument/2006/relationships/notesMaster" Target="/ppt/notesMasters/notesMaster1.xml" Id="R1070e98312ab46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ed740057004835" /><Relationship Type="http://schemas.openxmlformats.org/officeDocument/2006/relationships/notesMaster" Target="/ppt/notesMasters/notesMaster1.xml" Id="Rc31a083504714d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9719804658409e" /><Relationship Type="http://schemas.openxmlformats.org/officeDocument/2006/relationships/notesMaster" Target="/ppt/notesMasters/notesMaster1.xml" Id="R1dff5e444ff04f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d49ecc861440ef" /><Relationship Type="http://schemas.openxmlformats.org/officeDocument/2006/relationships/notesMaster" Target="/ppt/notesMasters/notesMaster1.xml" Id="R2f54ae3efff24f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f54e5efdf4488a" /><Relationship Type="http://schemas.openxmlformats.org/officeDocument/2006/relationships/notesMaster" Target="/ppt/notesMasters/notesMaster1.xml" Id="R60a49d81fb1e46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c16856725f4433" /><Relationship Type="http://schemas.openxmlformats.org/officeDocument/2006/relationships/notesMaster" Target="/ppt/notesMasters/notesMaster1.xml" Id="R5156dda8cbec45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c9c08efc8b4a57" /><Relationship Type="http://schemas.openxmlformats.org/officeDocument/2006/relationships/notesMaster" Target="/ppt/notesMasters/notesMaster1.xml" Id="R0c110c7b4b8b40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fd89cbf0f499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f706feb0f234bbf" /><Relationship Type="http://schemas.openxmlformats.org/officeDocument/2006/relationships/slideLayout" Target="/ppt/slideLayouts/slideLayout2.xml" Id="Ra693a83d9be641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93a83d9be641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f81d0e58224477" /><Relationship Type="http://schemas.openxmlformats.org/officeDocument/2006/relationships/notesSlide" Target="/ppt/notesSlides/notesSlide1.xml" Id="Re3d05b58c9c948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69d27541ba470e" /><Relationship Type="http://schemas.openxmlformats.org/officeDocument/2006/relationships/notesSlide" Target="/ppt/notesSlides/notesSlide2.xml" Id="R8761d7f462da40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d310b580744f05" /><Relationship Type="http://schemas.openxmlformats.org/officeDocument/2006/relationships/notesSlide" Target="/ppt/notesSlides/notesSlide3.xml" Id="R43da1781eb7840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5482be207c4489" /><Relationship Type="http://schemas.openxmlformats.org/officeDocument/2006/relationships/notesSlide" Target="/ppt/notesSlides/notesSlide4.xml" Id="R518b5c94340d4f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292a9c660f480b" /><Relationship Type="http://schemas.openxmlformats.org/officeDocument/2006/relationships/notesSlide" Target="/ppt/notesSlides/notesSlide5.xml" Id="Ra03f1106e7504f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35f67bd7d84654" /><Relationship Type="http://schemas.openxmlformats.org/officeDocument/2006/relationships/notesSlide" Target="/ppt/notesSlides/notesSlide6.xml" Id="Rbbaef2fa652e4b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0666f83fc3430e" /><Relationship Type="http://schemas.openxmlformats.org/officeDocument/2006/relationships/notesSlide" Target="/ppt/notesSlides/notesSlide7.xml" Id="Rda064cfcc64348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d72d51ec9d4902" /><Relationship Type="http://schemas.openxmlformats.org/officeDocument/2006/relationships/notesSlide" Target="/ppt/notesSlides/notesSlide8.xml" Id="Rc4e89d65b7f44e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3c887944e54690" /><Relationship Type="http://schemas.openxmlformats.org/officeDocument/2006/relationships/notesSlide" Target="/ppt/notesSlides/notesSlide9.xml" Id="R9ad9a7bca9e046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ec30a02a764d30" /><Relationship Type="http://schemas.openxmlformats.org/officeDocument/2006/relationships/notesSlide" Target="/ppt/notesSlides/notesSlide10.xml" Id="Rcccd9c4ea1f946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859a32c17340fb" /><Relationship Type="http://schemas.openxmlformats.org/officeDocument/2006/relationships/notesSlide" Target="/ppt/notesSlides/notesSlide11.xml" Id="R06e7b747bb3a44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c54398356a4c76" /><Relationship Type="http://schemas.openxmlformats.org/officeDocument/2006/relationships/notesSlide" Target="/ppt/notesSlides/notesSlide12.xml" Id="R80dbd91203da404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911682-47C7-4044-8776-B3644072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D6904-1235-4165-97C9-9BAE6C37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B27EB-18F5-4227-A72A-84AE8B20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29D1B80-B366-401C-A80A-564299FB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F74CB7F-1A6F-4063-A140-AB0C5E23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DISERTACION TECNICA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B7F2F-2D15-438D-9863-5A314DA4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72F0C-7938-45E0-B71C-F2751B2E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7620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Tienda de videojuegos construida como plataforma de microservicios.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B8EFE-C58B-4B1D-9395-FB31E3D4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Spring Boot + Spring Cloud Config + Eureka + API Gateway + MySQL/XAMPP + Flyway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23B18-3085-485C-83F0-1A3B3F03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04900"/>
            <a:ext cx="27813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3E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794B2-A607-4048-8E91-689AA68C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352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3A63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3A63B"/>
                </a:solidFill>
                <a:latin typeface="Avenir Next"/>
                <a:ea typeface="Avenir Next"/>
                <a:cs typeface="Avenir Next"/>
              </a:rPr>
              <a:t>Tesis de la exposicion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7707E-54F8-41C4-8C65-6A9B8FE3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90700"/>
            <a:ext cx="2095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El proyecto deja de ser una suma de CRUDs y se vuelve un sistema que se configura, se registra, crea su base y se prueba desde una sola entrada.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92BDF-F4F3-43AD-92CD-D09A1DE4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766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48B2B-430B-43F6-B98A-5D45D3DC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052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Entrada principal: http://localhost:8080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C67F7-2A88-401D-ACEA-C9D0AF5B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75721-CE5A-407A-9FB3-122F97CE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1BA77-4F2F-4FD1-90CF-8D73A52D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MICROSERVICIOS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B2D24-B90B-4852-AD35-67AF60D2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dominio separado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7F3FB-A9A0-4FA5-BA94-74979DEC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6730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89FBB-BCAC-48E7-AB93-F78283D3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482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35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74760-928C-41CB-B384-2D4CBA00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673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VIDEOJUEGOS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80E034-1E55-42E5-BC6B-4CCADED2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6388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seed de Flyway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974FD-6BDE-437F-9402-70AC3F97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6730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65EA06-55C6-485C-B6CB-EDF4B575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482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D21EE9-FE44-46FE-B344-04A6ABB7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673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GATEWAY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19A0C-3B47-409B-BF16-3328240E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388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una entrada para Postman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58FF0E-858B-4A3C-B70A-2C9999BB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9EF461-D936-43C9-AF94-2C0FE569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Proyecto tienda de videojuegos | disertacion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29FE4E-AF2E-4394-801C-352ED99B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63899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C0BAF6-A66B-498A-83A2-748414C2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305ABC4-F42D-4E1C-A31E-3721C0B6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8944156-52F4-4B12-B218-C886B961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ADBE0-1098-4244-A551-DDD88026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5B327-88A2-481B-B30F-D0A1B845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38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018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1018"/>
                </a:solidFill>
                <a:latin typeface="Georgia"/>
                <a:ea typeface="Georgia"/>
                <a:cs typeface="Georgia"/>
              </a:rPr>
              <a:t>La meta fue que el sistema se pueda levantar y probar sin crear la base a mano.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D9393-612F-461D-BF31-D9BE2B59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El trabajo no solo implementa endpoints. Tambien resuelve configuracion centralizada, descubrimiento de servicios, gateway y datos iniciales reproducibles.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BD167-5568-4A82-8A0C-EA92DFE4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10821-8E81-4D61-8967-F80B0001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5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29F2C-016A-4A1E-95B4-1F71FA43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Problema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94D3F-8B28-4D20-9972-D86FB15F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6230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Cada servicio necesitaba configuracion, puertos, tablas y datos. Eso hacia dificil probar el proyecto completo.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54535-0149-410D-9D36-A42F46DF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E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2F178-3972-4133-8828-49A9218C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0B52B-9CB8-4E5D-B04C-9CBC9A53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Solucion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E6E4E-BCA1-48F9-84EA-BA22D287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5765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Config Server centraliza propiedades, Eureka registra servicios, Gateway expone rutas y Flyway prepara la base.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8DE85-AC1C-4919-9A0C-C0551F10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729AB-BE72-41EC-9871-AD35D720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A72D2-C430-4735-BDBA-D4078A6D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Resultado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CF737F-E1DF-46C1-8F78-D1B329FE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5300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Un flujo de prueba repetible desde Postman, partiendo incluso desde una base tiendajuegos vacia.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D5203-58BF-4CCD-80FC-766FC4F6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28950"/>
            <a:ext cx="1676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00DE7-8983-4371-8863-18730181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766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3A63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3A63B"/>
                </a:solidFill>
                <a:latin typeface="Avenir Next"/>
                <a:ea typeface="Avenir Next"/>
                <a:cs typeface="Avenir Next"/>
              </a:rPr>
              <a:t>PROMESA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01F91A-D8AC-4980-A7A5-5BCC7B61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14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Levantar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087074-3966-4D0A-9F7D-D2CF19DF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148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probar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F276E-63FB-4E66-9B38-D70F5B7A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14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explicar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71CF93-DE3B-4F52-8617-B7135AF5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64B7C1-74D9-4C81-B7F9-CDA55556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Objetivo del proyecto | automatizar configuracion y datos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CF244F-D031-4E4D-AFEC-41670311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22341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376B30-0D68-4BEE-9EF1-C084F24C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A5B0B-7125-4FDB-A52C-DCB7CC09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A7962-80B3-4A42-ADE9-C2395909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28A297C-2CEF-49DA-B2E3-942E6754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9129AC9-B2F7-4677-8791-FD050FA6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ARQUITECTURA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9D4B2-FBCF-4073-93B2-FB932B33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9017A-2BCD-4634-90B9-6677AB72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La arquitectura separa entrada, configuracion, descubrimiento, dominio y datos.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DCD18-B074-444B-92FE-5901AEE8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952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El usuario prueba por API Gateway; el gateway consulta Eureka para resolver instancias; los servicios leen configuracion desde Config Server y persisten en MySQL.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D462B-F24B-4D37-B20E-36FD4B5A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F3A6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1FDD1-1D23-4260-9B6D-7930BDCB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46044-B45B-4E99-A9F6-1217427E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Postman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E585F-D53C-4033-9311-86FBE69E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cliente de pruebas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5BE90-6B48-4189-B78C-C882D691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194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3EA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6F670-FC1C-4D91-9726-2518622D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194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5C5E3-E342-4B0A-88F0-77162B25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337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api-gateway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0B255-ADAD-406B-8B15-4EE9A8DE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04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rutas publicas :8080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B34F7-F1BF-43C8-8841-8EB88776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6695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65D4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550ED-1E93-4C6D-9215-AEBFF7BD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669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7EB05-5916-4254-A444-E6E234C6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8125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eureka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A67C78-EE2E-4396-A86A-83296129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4795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registro y discovery :8761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53099-57A2-41D9-889D-0C586F10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0045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8B7C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65591C-09DB-4216-B423-B10CE129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004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7F0B2-6507-4466-8A0F-E206A754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1475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config-server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8BE97B-73FD-426A-B496-EB49F531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8145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configuracion :8888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EC2B26-2CD3-408F-9CE9-6E16865F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30289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E585FA-70E0-4E99-8E6B-4FE2919F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3A63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3A63B"/>
                </a:solidFill>
                <a:latin typeface="Avenir Next"/>
                <a:ea typeface="Avenir Next"/>
                <a:cs typeface="Avenir Next"/>
              </a:rPr>
              <a:t>microservicios de dominio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2405AF-3115-4651-9E0D-5C6AC4DB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F9CE4A-8FB8-4A05-AAE9-BA6DDFD9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78130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usuarios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9DF196-0606-4985-B241-F1EF632B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241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9C8497-BA91-4AE5-B61A-E5D546B8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78130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videojuegos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51F929-56AB-41A7-8804-99998C81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861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04AD45-22D0-428D-9947-826385A1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4325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inventario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4BAB63-A058-4531-B55D-153F3762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861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3AD145-EBF6-49FE-95AF-616E9CB5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14325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carrito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83BED4-4DAE-4713-8630-D949A41A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480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72D528-5079-496D-AAE6-DD446EBA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0520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authentication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29FFC0-3FF8-49A9-A5B8-27B64261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480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9C733C-4229-4FC1-BC00-6356B8F1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50520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pagos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57BB75-CCD1-4105-A81D-30B8D111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E70A82-21F4-4E3B-9D0C-939776F8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6715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pedidos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895958-7B71-420A-B734-D724ABD7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100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18D7E2-7AB0-4E7B-9E8A-0F524C28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86715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resenas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D10849-309B-4FBF-B5E3-AFC99DDA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19700"/>
            <a:ext cx="2552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F3A63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12306D-95EF-4B58-B78A-7188F1B8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197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44EDF1-217E-4774-B58C-4CB00CF9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340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MySQL / tiendajuegos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20738A-01BA-4D1A-B3B0-3213F2F8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007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schema compartido creado por Flyway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75A4AA-77B6-48E7-894D-F4E63CF8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099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F0ED0A-158E-4A7F-A859-21AE6F8E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05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3A63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3A63B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46DE0C-0709-407F-B4AC-754E686E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003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HTTP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6A073D-6EB0-413C-98F5-18DCDD85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099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BA526F-78DB-4AA9-9897-8554F35F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05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EA7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EA7FF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6CFF53-DA9F-4F13-8203-59F7D94B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0375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lb://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2C1991-D0E5-4EF2-9F19-A1599B42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0992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1F23F2-C16C-47D7-9F57-E1A88075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5D48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5D48A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BDF9E1-3488-49B6-B9C6-18B9B9F5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003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rutas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89BDE7-028F-4FCC-BFC3-3F957B9B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38650"/>
            <a:ext cx="95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2CD139-E14C-4B83-ACD7-58868EDC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530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1871FC-0572-487E-9F6D-1C5CC1B8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244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lectura y escritura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A3A028-F8AD-4352-8AD3-8D5754D7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45C873-2321-45DA-A9B3-536FEA6D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Mapa de arquitectura | Gateway, Eureka, Config Server y Flyway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0CC7A3-DA22-4BAF-BE2B-C15EBEB9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07165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07D7F5-E426-433C-9251-B5AEDB7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DEDFAC0-4B27-47EF-93EB-86DB4943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2FCE454-364D-430B-B986-2D6AF27D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RESPONSABILIDADES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9BBDC-BD63-4142-A4ED-01E9804D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AED23-8A0C-4D27-88F0-832C228A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018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1018"/>
                </a:solidFill>
                <a:latin typeface="Georgia"/>
                <a:ea typeface="Georgia"/>
                <a:cs typeface="Georgia"/>
              </a:rPr>
              <a:t>Cada microservicio sostiene una parte concreta del proceso de compra.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2EE7B-D6E6-4BFD-BEFC-6611E353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La division evita que un solo proyecto tenga usuarios, catalogo, stock, pagos y autenticacion mezclados en la misma capa.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5FEEC-D6FE-4E6D-9681-11456AC5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B25B1-9C62-4695-ABC6-4CE00A14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SERVICIO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6A9F9-E922-45F9-B1BC-0830605E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908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RESPONSABILIDAD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47009-9C5F-4D4A-AB74-D16F93CC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9080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PRUEBA PRINCIPAL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A067C-3803-4200-8526-B6BC1610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908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INTEGRACION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C1FB9-6816-424E-AA87-127296FB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9144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26A79-29A2-4413-9F5F-97DD5A36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333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usuarios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07B90-5157-43B0-8505-BE788AE2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33700"/>
            <a:ext cx="2857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perfiles y busqueda por correo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DF733-5B0B-4149-A685-90916A7C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33700"/>
            <a:ext cx="2667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GET /usuarios/1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35853-9C7E-437B-8FBD-41991297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1524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auth, pedidos, resenas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6776A-AF9E-458E-ABCE-3CD31F63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D8FD3-36D5-470B-8B0F-14F5B2B1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9144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B1A50E-5607-4590-B79D-C97562F4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1333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videojuegos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22B0C-8B0A-4289-A7C6-05B2719E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05175"/>
            <a:ext cx="2857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catalogo con 35 juegos iniciales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D0F4E1-117B-4A8E-BE73-BD8ADC52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05175"/>
            <a:ext cx="2667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GET /videojuegos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FE2FCF-6B50-45AA-B832-C80591A6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05175"/>
            <a:ext cx="1524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carrito, inventario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265545-4091-4A12-BA9D-24B6060F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B90939-D917-40BC-96E6-762C6514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9144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AFDB08-297C-440A-B8F8-AF1AB6B4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333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inventario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73BD1F-AFC8-4184-AB8D-2D18C0D4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76650"/>
            <a:ext cx="2857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stock por videojuego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16A40F-8A7E-46AA-88F2-6E8ED763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76650"/>
            <a:ext cx="2667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GET /inventario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E02284-4829-4F11-A184-8FA96EA3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76650"/>
            <a:ext cx="1524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videojuegos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92352C-5DE7-4DE6-88FE-2D6F99A2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0EB5D1-3AAB-495F-B0FD-CD4F2CA3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9144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F5B4D6-107D-47D1-90E0-B94542DD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48125"/>
            <a:ext cx="1333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carrito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022E3D-B416-4551-A208-6AC40ACA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48125"/>
            <a:ext cx="2857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items por usuario y total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3ABF4A-A0DB-4137-8605-22B5A1B6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48125"/>
            <a:ext cx="2667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GET /carrito/usuario/2/resumen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EF784E-645B-477E-A8CD-18F12CEC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48125"/>
            <a:ext cx="1524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videojuegos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3D0194-9FD9-4524-9F69-9CE2F985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BFCF02-2BDB-4AC0-8D04-CD8BF3EF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9144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751C38-B064-4D70-9BF3-577DF251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1333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authentication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2F7287-839B-42DF-9227-C51B4637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19600"/>
            <a:ext cx="2857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login y registro con BCrypt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33BF1C-2CF0-4C59-BC2E-3FCE7A98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19600"/>
            <a:ext cx="2667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POST /auth/login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C6C08F-BC10-4FD3-A30B-D8FC9B87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19600"/>
            <a:ext cx="1524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usuarios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D8F66F-CCEC-4B09-8946-5A092F73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7461D7-346C-45B7-8956-4121E636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9144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FD8921-7A26-4131-936A-CF508C6A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91075"/>
            <a:ext cx="1333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pagos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9147B5-52CE-4500-AF67-8D3551BE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91075"/>
            <a:ext cx="2857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pago del carrito y estado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5A5E13-1B02-4AB7-A40F-CA9DA3F8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91075"/>
            <a:ext cx="2667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POST /pagos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F561C7-D408-424F-8AE6-3362FBD5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91075"/>
            <a:ext cx="1524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carrito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15EBE1-B6F3-4D9E-9092-A755AD2A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ADF27D-24E0-47AE-A7EC-CC9520E4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9144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ACAE62-C036-49D6-9FEC-A0A3408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1333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pedidos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95F797-078C-4374-9B42-8C5511D2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162550"/>
            <a:ext cx="2857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historial de compras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015EB8-77E3-4278-8C8E-8B9CC386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62550"/>
            <a:ext cx="2667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GET /pedidos/detalle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CE1660-BEE4-4592-A71B-97A9BDA5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62550"/>
            <a:ext cx="1524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usuarios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1F90C2-B266-4BBF-BD4E-A50F88C8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9E66E8-163A-461F-8AA2-1814EF12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9144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B362DB-A93F-4E35-9C6F-F5916528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34025"/>
            <a:ext cx="1333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resenas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71DCA7-451D-4A96-9B0C-0D4F1254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534025"/>
            <a:ext cx="2857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comentarios y puntuacion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6521A3-D71C-46EF-A649-F925DA63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534025"/>
            <a:ext cx="2667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GET /resenas/detalle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DE4C87-2111-42EF-A4D6-8AA02C25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34025"/>
            <a:ext cx="1524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usuarios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916A9E-C04C-4B59-B496-F58630ED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CDB1B6-87E9-433C-8005-AA3DD282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95550"/>
            <a:ext cx="7429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CB48E0-ADC4-4FF8-B079-0EC403A5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28950"/>
            <a:ext cx="419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65D48A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65D48A"/>
                </a:solidFill>
                <a:latin typeface="Georgia"/>
                <a:ea typeface="Georgia"/>
                <a:cs typeface="Georgia"/>
              </a:rPr>
              <a:t>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C23DA54-FD29-4147-92B9-8C404B2B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95700"/>
            <a:ext cx="514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servicios</a:t>
            </a:r>
          </a:p>
          <a:p xmlns:a="http://schemas.openxmlformats.org/drawingml/2006/main">
            <a:pPr algn="ctr">
              <a:defRPr sz="900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de dominio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5314A59-B636-4938-9B5C-BAF2B317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1D9498-5286-461D-B212-99B1687A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Responsabilidad por servicio | evita mezclar dominios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FBF6B7-A406-4D05-B42F-23CC28B3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57882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468036-D73F-4611-A644-8FACCB97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EBDBE-32E8-4EA7-9220-1903E9CF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2EA77-D200-4426-9736-92C43DFF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39705F9-C649-438E-A803-1A3A8786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B635C2A-3287-4B3D-9DDA-28C84C04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CONFIGURACION Y DISCOVERY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396EC-7F62-4943-98F9-F59FACEE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F3AAA-6D51-441D-9C4C-A627AED2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Config Server y Eureka hacen que el gateway no dependa de puertos escritos a mano.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06F6F-89EC-4FFF-9D8A-43383A89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Cada servicio arranca en puerto dinamico, lee su archivo centralizado y se registra. El gateway enruta con lb://nombre-servicio.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3256D-91C9-49B9-BDC9-8120F7B1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600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F3A6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64193-5DAC-4968-BE23-C0E754CE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792A4-074A-4E49-B350-30DB64DF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Arranque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30057-B134-4493-9904-7E959263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33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El servicio inicia con server.port=0.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880AB-4F07-44C4-9B00-14D93DD5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8125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3A63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3A63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8F25E-D21D-42EF-8647-42B361A3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718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CDC56-51E8-4C2B-9124-3213CE73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670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3A63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3A63B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E2A52-C9DB-4EA6-8B90-6F01AB60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76550"/>
            <a:ext cx="1600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8B7C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B57461-55D7-4BFA-ACF6-05727072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765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C467A-EF7F-4F4A-BE6F-44BEAC39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08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Config Server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BA929-EB3D-4064-A7A7-9D7B719F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57550"/>
            <a:ext cx="133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Carga datasource, Flyway y Eureka desde config-microservicios.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81F256-11E0-4DDF-BACF-F3057F0A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8125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8B7CF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8B7CF6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F1CD62-90FA-4EEC-9786-7BEB59D0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48F45-1472-4CC5-8F7F-4CA6006C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670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B7CF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8B7CF6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8D2474-9AC1-45A7-8522-B1E409C1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76550"/>
            <a:ext cx="1600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65D4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DD2446-0C4E-473A-8933-2D997C7D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765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401451-C14E-4AF9-AF50-E047157B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908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Eureka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3C697F-18AD-4968-84D6-B09F1FD6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57550"/>
            <a:ext cx="133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Publica nombre, host y puerto real.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E07142-EAE6-4046-9ED6-37BC1E9A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65D48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65D48A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A9801B-0921-4B3C-AC5E-432F0B6E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1BA24C-411A-4E28-9DEC-4B7A03AA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670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5D48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5D48A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5D97EF-CFAB-48FF-A728-D21C94B0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76550"/>
            <a:ext cx="1600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3EA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F88F18-20BD-42AB-9413-3F6CA4BC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765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39DA5C-2368-47AD-962A-90152E41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908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Gateway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F3B3DE-9D00-4557-A6F8-DEDF7F62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57550"/>
            <a:ext cx="133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Resuelve lb://videojuegos, lb://usuarios, etc.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95E5FA-7D05-4BF1-8F83-8647D96A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3EA7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3EA7FF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D5D98A-0DEB-4F37-AD86-EF02A574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A7C93E-81E8-4B3A-8EF8-35ED84DA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670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EA7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EA7FF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CF1E54-DC15-4FF4-89B1-227C261D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76550"/>
            <a:ext cx="1600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F0656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4BDE75-6457-4465-9E9B-87227A9C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765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5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32BBDD-7335-413B-BDD4-8F8F990E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908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Postman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1E0515-128F-4EC5-9A0E-D7376C4D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57550"/>
            <a:ext cx="133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Prueba todo en localhost:8080.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AB178E-35DE-484F-87A9-8AFAD30E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38125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06565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06565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A6B71C-1E31-4BFF-9163-384E96EF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625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3EA7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7669A9-F4AE-4D75-96AD-ED15A76D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339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3A63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3A63B"/>
                </a:solidFill>
                <a:latin typeface="Avenir Next"/>
                <a:ea typeface="Avenir Next"/>
                <a:cs typeface="Avenir Next"/>
              </a:rPr>
              <a:t>Configuracion clave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681F40-6B11-47D7-8456-FEC2F01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33950"/>
            <a:ext cx="752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eureka.instance.hostname=localhost   |   eureka.instance.prefer-ip-address=false   |   spring.cloud.gateway.routes[*].uri=lb://servicio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90450B-E056-49B3-B70F-783F1E48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326928-5FA9-4A2C-ABEC-0E021FB7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Flujo de arranque | Config Server -&gt; Eureka -&gt; Gateway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B49E75-E6FD-4311-9520-E67E971B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75852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04D1D8-51A9-4D82-AC77-426CBBEC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F1896-6625-4F4D-A99C-C6CE2164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FD27E-02BA-46D7-9E29-1A0CF38A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F05ACF5-A04A-42B9-8A7C-8ABD0138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2D23651-58D3-472B-803B-51A2A3F8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FLYWAY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16470-7705-4387-9095-BFBF843B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84F14-CD66-46CB-B61A-E9B99F5C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Flyway transforma la base en un artefacto reproducible, no en un paso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D6B3F-2701-4ABC-88EA-46D1AB91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El schema tiendajuegos se crea automaticamente y cada servicio mantiene su propia tabla de historial para evitar choques entre V1, V2, V3 y V4.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BD4DC-EBF7-48A0-BFE2-7B2E29EC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9A3D5-9001-4387-97F7-DF1CAFCA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0E784-FA2F-41EA-96E6-51486703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VIDEOJUEGOS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3B872-0B75-4006-97F1-E0BED8FE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catalogo inicial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907E0-148F-46D2-A070-6F804C7C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2890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18D92-01C5-4E62-B636-AC33BC8C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098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91214-51A2-4C30-A5CD-EA842B19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289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INVENTARIO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6C8DC-F081-435A-859B-2ABD0CA4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004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stock inicial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DE7EB-8DF8-453B-A5C9-8778454D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2890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62D3D-BC71-4E88-B2B2-36D1EF0A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098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2A41B-3F8D-4C8D-9E35-66D209F5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289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HISTORIALES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B3016-9804-46D0-BE17-AE4F39C0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004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uno por servicio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3B698-78D4-40CC-B303-7445A8CE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57450"/>
            <a:ext cx="2857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8D7F9-3E3C-438E-8B28-FEAEEC6E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860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Por que una tabla por servicio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EBFD4B-1460-48D3-AB40-8F22B4E2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2152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Todos comparten tiendajuegos. Si todos usaran flyway_schema_history, las migraciones V1 de cada servicio chocarian.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F1F883-6F38-4C5A-835E-A9B2DE3A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9620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9EC7DB-691E-4EBC-83D2-AB49964C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00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usuario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DD7C75-9A9E-4BB8-99E7-3D53994C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48225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4E61C1-B75E-4C56-ADF5-C8EA753E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48225"/>
            <a:ext cx="26125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E1A1C4-A18C-44F4-A5AA-154ECF28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910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D48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5D48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007167-74D7-4185-AB90-A0A214B1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video_juego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B11E8F-1A1B-4DEE-8FC3-ED33FD52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57775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C7F820-F349-4E31-8B6D-6217255F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57775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70770A-91EB-4C10-866F-F46A5758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0062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EA7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EA7FF"/>
                </a:solidFill>
                <a:latin typeface="Avenir Next"/>
                <a:ea typeface="Avenir Next"/>
                <a:cs typeface="Avenir Next"/>
              </a:rPr>
              <a:t>35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5CDD68-7101-41C1-BC4B-7B7D4507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inventario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33AB80-B48F-4779-B6F5-EA0CEAC3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67325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9EE49C-EC4F-487C-8DD4-5A6F22A1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67325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70104E-19A0-4AD4-AE64-3931CE91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2101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D48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5D48A"/>
                </a:solidFill>
                <a:latin typeface="Avenir Next"/>
                <a:ea typeface="Avenir Next"/>
                <a:cs typeface="Avenir Next"/>
              </a:rPr>
              <a:t>35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FF0F9B-95C2-4765-95E1-A7044F28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item_carrito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DA43A1-1AAF-483F-A017-A61CB846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76875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B47A60-D5C9-410B-B715-B289B71D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76875"/>
            <a:ext cx="13062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FF8F5C-2119-4EE7-9F58-516A9F3F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1972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3A63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3A63B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141934-2B45-420E-901C-AEDC96FA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00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credencial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71F89D-8BA0-420E-9374-DA3ACB21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48225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4E23A7-0F79-4D2C-9B91-42B462D2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4822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D9DFBF-1ABF-4691-973A-30317F5C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910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7CF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8B7CF6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0EFFEE-9AB7-40B2-A11A-530804F5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10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pago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9795A3-9428-4E8C-89C7-E5676BB3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57775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D17835-9D80-40F1-BE14-374F9159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577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5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FA8491-E846-4CFA-84F8-72383D5B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0062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06565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06565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D005D7-E57C-4C12-AAF8-C55930C6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19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pedidos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C2F54E-8B8A-4727-90C4-6E091FBB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67325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1106A1-BD22-42D5-A074-C7F51977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67325"/>
            <a:ext cx="326571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0695CD-3F3C-4C9B-8675-10937E1B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101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3A63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3A63B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407E7A-6C41-4C49-A1BA-AF78C088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7AC109-C821-47C5-BF59-4643AD17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Datos iniciales verificados en MySQL | Flyway migrations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D91DC3-FE08-4E7C-B016-26690AAE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188813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4A2178-8EFD-480E-8081-BA268112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892AE93-228F-4898-B215-4115FF93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9A6E754-976A-47A9-85FE-CDCF5920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DEMO END-TO-END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E5FE4-B032-4BA4-8DDE-C5FDFC54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C0921-0CBC-45B2-8903-3239D43F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14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018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071018"/>
                </a:solidFill>
                <a:latin typeface="Georgia"/>
                <a:ea typeface="Georgia"/>
                <a:cs typeface="Georgia"/>
              </a:rPr>
              <a:t>La demo recorre el camino real de una compra: entrar, elegir, agregar, pagar y revisar.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DDAD7-9F81-46ED-96D2-5D2D5151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Este flujo muestra que los servicios no estan aislados: se encadenan por gateway, Eureka y Feign.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136C8-2DD5-417B-8F47-C52DCCD5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7C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A3092-D0CA-48D6-BE6A-2BC572CB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7F2AD-B6FA-47B9-98DA-7C7E2458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0046C-3D1F-43FA-AE43-3A784676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POST /auth/login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BE821-274A-4BF6-9836-F171A308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290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C912E-557B-4DEA-9310-EFEA66F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337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7CF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8B7CF6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D7B46-A622-4D6C-B9CD-BD8727ED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9146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EA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4A7D2-7850-4119-A672-E4DE75C3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914650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F765A-FC69-48CB-8DC6-396F8B95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1432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Catalogo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A27D3-8517-446D-B07C-5671B724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052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GET /videojuegos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D90AC-451C-4905-8597-D61E7C73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4290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746AD-B378-4617-90B7-384111F8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3337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A7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3EA7FF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902D9-D091-4D08-8EA7-8A89D3D8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146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D4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E2116C-892B-4470-9A1E-A9609233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14650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29EDB-610E-44E6-9EB9-8738C39E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32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Stock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330B02-655B-4E0F-BD14-C1E2FB2A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052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GET /inventario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C9159A-D05D-4A1E-9FED-045DD468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290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7F9DA-E7B8-4901-B881-5E92041A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337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D48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65D48A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EE5139-A53A-4193-BE9E-591298A0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146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A6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64184F-1320-412E-8308-8155A103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14650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408254-D5BF-4F4B-A434-AF08C36D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1432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Carrito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FB738C-63A0-409A-8F08-5B453ACC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5052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POST /carrito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CCC41A-B2AB-4E2A-96DE-EF1FEF85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4290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FB3D27-0DD1-48A3-9658-AB93AEDC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337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A63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3A63B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C83F1D-E47E-4F62-921B-1E93C903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146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656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227B4E-87F5-42B3-A6E1-54970FE0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14650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5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BACD44-C912-40C0-AC0B-8AF7B19D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Pago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038D0C-F71F-4BD1-8C2F-6E606A32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052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POST /pagos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694649-5386-4E12-AAE6-F4DA575F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290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5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B86814-CD28-48C3-9E8A-8051C8C8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337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656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06565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59880B-3CD1-434D-9377-FF9786EC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9146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01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6E04D5-D66C-4EDC-9891-912414E6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914650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29565D-F552-46CF-97EC-622561F7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1432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Historial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C342B1-ACE3-49F6-9814-AF777E4C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5052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GET /pedidos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1669CD-DF31-4020-9BE6-CCBC661A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895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39E74F-6CC2-4612-9CF7-7470C598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A63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3A63B"/>
                </a:solidFill>
                <a:latin typeface="Avenir Next"/>
                <a:ea typeface="Avenir Next"/>
                <a:cs typeface="Avenir Next"/>
              </a:rPr>
              <a:t>Criterio de exito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826238-52AD-4068-9B44-ECAE2AAE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53000"/>
            <a:ext cx="657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Si los endpoints responden desde localhost:8080 y los datos aparecen desde una base nueva, la arquitectura completa funciona.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855E01-C5C3-47A2-9C5C-2FECC8D7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835062-336C-4D38-A7B8-06F7219A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Flujo de prueba recomendado para Postman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35A696-52FC-42E9-9D80-C69D7667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41078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60F70B-BD61-45DC-B917-51AEF903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5082F-82AA-4AD4-9741-3B0ECD82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45F6E-77B7-49DC-85FB-6A360D7E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83AED41-16C7-4FC8-B72F-5ADAD96F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E428586-31DF-4DC9-858E-6E629AE3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POSTMAN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5E675-B5AF-423F-823B-2EAEEC18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DA467-EB2D-4976-8AEE-E6DF40E4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Postman prueba el sistema como cliente externo: una sola base URL y rutas por dominio.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B3EDA-245A-4993-A63C-7A2B1D7F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La base para las pruebas es http://localhost:8080. El gateway decide a que microservicio enviar cada request.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80B4E-99C8-46D2-AB63-6AA7F868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941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FD12A-854F-4128-AB18-28ACA320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METODO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ED168-AA83-4587-9859-BEF4BD37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3867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RUTA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B0D9B-1ED9-420F-B4FB-82DF9A44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76500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ESPERADO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0980F-7F0D-4046-B01D-257940ED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QUE DEMUESTRA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78DE1-DA0A-4BE4-A64F-CCCE8184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9410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426CF-37BA-4CC3-B2CC-4E537EA9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56EA5-F4EB-4A69-A164-0E502970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3867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/auth/login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208D2-A42A-4BA5-B237-D08F835F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19400"/>
            <a:ext cx="1162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200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6B526-F251-4D2A-993C-5E84DBC4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19400"/>
            <a:ext cx="2190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credential + BCrypt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41707-1935-4B95-B587-4419125C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76575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D3B7E-3738-4848-8B71-317649FD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76575"/>
            <a:ext cx="9410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C80911-415B-4860-BE6A-AD68EE7F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71825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88F0E-873B-4581-953A-5C51BA82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71825"/>
            <a:ext cx="3867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/usuarios/1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BD89B-03BF-4844-BDD6-BFDE863D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71825"/>
            <a:ext cx="1162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200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3BA9A-FE17-49A9-B0C1-C8CBB4AD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71825"/>
            <a:ext cx="2190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usuarios + 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D00D0C-FF92-4F30-881C-56F5A49A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2AB413-5C52-4663-BBA7-D0301E8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9410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BF15EA-8835-430A-A459-2FF11A7E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GET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3145CF-B80C-48B7-83A6-E93156CC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24250"/>
            <a:ext cx="3867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/videojuegos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8F7A66-7010-46AC-B79B-259EB159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24250"/>
            <a:ext cx="1162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200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21D5A6-1CD4-462E-B5A4-119DA074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24250"/>
            <a:ext cx="2190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catalogo de 35 juegos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95D154-8CD8-4112-97E5-423C43E7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95AA63-B181-4B79-ABA3-38D385A3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9410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A071A3-B8BB-4B79-B9D9-852DF439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GET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726540-B29C-40D9-9114-8936820D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76675"/>
            <a:ext cx="3867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/inventario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42A23A-503A-4444-9123-0CC7A1A5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76675"/>
            <a:ext cx="1162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200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4E819F-7FBA-4410-BD15-A7D7D85B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76675"/>
            <a:ext cx="2190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stock inicial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DB2652-8D7D-4682-85C3-EB1DE205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DA3644-6E80-4950-B128-5EF81CEB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9410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CFB6D6-E8C3-4195-9647-00FBA1FC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GET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EA603A-36A9-496E-8ED6-DD084CA3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29100"/>
            <a:ext cx="3867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/carrito/usuario/2/resumen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E7AC25-4EFF-43AD-9ED5-FAB2A8CD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29100"/>
            <a:ext cx="1162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200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90C845-437E-421F-8D04-703FF9D1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2190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Feign a videojuegos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6BE026-5587-4BD1-B54D-E4A0E281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86275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D96847-0091-4208-B270-871630D7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86275"/>
            <a:ext cx="9410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028B3D-CFE1-4897-90F8-5B36CDC2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81525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535DC5-BA58-41A3-9CFE-4F7C3B91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81525"/>
            <a:ext cx="3867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/pagos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55BACE-BACC-4445-85E7-3927C61F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81525"/>
            <a:ext cx="1162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201/200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E68226-A47B-4400-B423-ED167510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81525"/>
            <a:ext cx="2190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pago usa carrito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ECF7FC-21BB-4B2E-90E9-3AEC8B3E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5A66CB-6A93-46A3-94C7-C264ACE3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9410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C93F62-3832-4C14-8112-EED4E1A3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GET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266115-AE29-479C-B4AD-6C159C44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33950"/>
            <a:ext cx="3867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/pedidos/detalle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C7D7B9-61B3-4701-A51C-1EFCB93D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33950"/>
            <a:ext cx="1162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200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42B169-43D1-4CD9-BF0C-8A285A13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33950"/>
            <a:ext cx="2190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Feign a usuarios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4B97AB-1E44-47F6-B0C7-0C8071B4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26F570-CCF1-4F34-B815-7FF722D9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9410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2BCAE7-F107-40E4-9D77-A08DE20B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86375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GET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076F848-71C3-4AD2-8AB6-8A38D995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86375"/>
            <a:ext cx="3867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/resenas/detalle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306B3C-3DB6-4E5A-8A1E-2882F358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86375"/>
            <a:ext cx="1162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200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7F2493-CEA7-469D-88B7-67DE7571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86375"/>
            <a:ext cx="2190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resenas + usuarios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260265-E658-4AEB-9546-601680CB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8B2C10-A831-4004-A682-72E20FBC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838200"/>
            <a:ext cx="114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65D48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6B1B3FD-C8F4-4093-86A5-E38C5ED9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009650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5D48A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5D48A"/>
                </a:solidFill>
                <a:latin typeface="Avenir Next"/>
                <a:ea typeface="Avenir Next"/>
                <a:cs typeface="Avenir Next"/>
              </a:rPr>
              <a:t>BASE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9D44C54-105B-4569-89DD-EE2A81CD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21920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:8080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75CE57F-0E5C-43B7-A8A9-D5A21A22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1097F63-452E-4810-8968-A4C641EB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Checklist de endpoints para la demostracion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CD6D482-9A4B-42DB-9BCC-9B7FAE0F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55358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3F2A51-26DD-47E3-86DA-78E6F947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3F56CD8-119B-4C04-8197-19F442E0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73D614D-02D8-4B06-ABB9-DD51736F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AUTHENTICATION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77C64-E065-4D0A-BFE8-1AFC7701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F534E-5B51-4BFB-88AB-94C8CFFA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85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018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1018"/>
                </a:solidFill>
                <a:latin typeface="Georgia"/>
                <a:ea typeface="Georgia"/>
                <a:cs typeface="Georgia"/>
              </a:rPr>
              <a:t>El login valida una credencial sembrada por Flyway y protegida con BCrypt.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1A59C-621C-49BD-9D29-B9367875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866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No se guarda la password en texto plano. La tabla credencial contiene password_hash y el servicio compara con BCryptPasswordEncoder.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D9BBB-089B-48F2-ACAA-82A81EB8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F3A6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7A8C9-E63E-401F-9F85-4BE557B9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BA925-8DCD-4EFA-8BFE-1767BBB5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Postman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20AAD-9DB6-4932-8640-40C4CC36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correo + password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58CE5-60DB-4410-BB82-4A9E6793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8B7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683E3-C4FA-4D10-8A8C-0E672E00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86CAC-D7A2-4712-8A84-CDD9965D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670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authentication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46129-96D7-4399-9E82-593C3641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3375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findByCorreo + matches()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8EC5E-11C2-46D5-A0A8-B9BBC7CB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3E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07072-4897-485F-9FC6-2AFA23C6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61F7B-8F87-46EB-A142-755E3D40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670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credencial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B7ADD-DBD3-400D-8393-9CBF6CD5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3375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password_hash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356FE-A4DD-4438-AED7-C581BCF5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5275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65D4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39013E-B89D-46F2-A534-8B208A45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52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2822F3-B295-4F2B-B021-26E99C48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6705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usuarios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F2EB99-83E7-49C6-A80F-3BB42165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rol y perfil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4CE419-324F-486D-9449-F3892162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718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3D2866-EA12-47FF-9895-FEAECF18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670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3A63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3A63B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0661E2-EA6B-4229-8C9F-BD332F67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623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6500D0-099F-4904-905E-E696B81C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718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DCF2B9-ED82-4049-88DD-54E2C4B0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670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B7CF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8B7CF6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8B6622-C2EE-4172-A34A-0C202F5D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623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consulta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9E1A1B-70A9-494E-81C0-FD8C9DD4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718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5B7D40-EE50-48BE-8E0B-D7CFDE95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670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5D48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5D48A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3168FD-161A-4720-9DA7-A46EA278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Feign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64AE0B-5D89-4FF5-BD00-49E34F3F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2915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C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52191A-ECD4-46D8-9200-4E53ADB9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196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Credencial inicial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4C963A-BB6C-4279-932B-4654E221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006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018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071018"/>
                </a:solidFill>
                <a:latin typeface="Georgia"/>
                <a:ea typeface="Georgia"/>
                <a:cs typeface="Georgia"/>
              </a:rPr>
              <a:t>admin@tiendajuegos.cl  |  password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D83AC1-43FA-4373-B95E-8C6A15BE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196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respuesta esperada: Login exitoso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7F2122-5CAD-4102-A576-2D148ABC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4E62FC-7418-49C7-B6C8-07297D00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Authentication | seed Flyway + BCrypt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0B159B-CB3D-4FA4-B6D8-7659AB88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0447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BB8613-EEC7-48AB-A3AE-5448B160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D0181-4524-414A-B1EE-DCD08872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E6DF8-3CF4-4FD0-BAA5-E3A2EACD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4AA59AE-6A44-4FDF-8872-69DF5E41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583BE14-F31C-47DA-B57F-20F8FEB8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INTEGRACIONES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13A5A-3893-4CCE-BCA4-FF583BA3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B394A-DE11-48F3-A607-FA55502F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477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OpenFeign conecta servicios sin romper la separacion de responsabilidades.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45B85-4CCB-40CD-85DE-017E5C15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Cada servicio consulta solo lo que necesita: carrito consulta catalogo, pagos consulta carrito y pedidos/resenas validan usuarios.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A5B2A-75A7-47E0-AF8F-7FA5FA3D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F3A6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173ED-5022-417F-898B-47643D95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F3C08-8B42-46BB-B079-AB832CD1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carrito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79766-FE1F-49D5-AF13-E276BE4B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agrega item por videojuegoId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F8FCA-2451-49E1-9D9E-A377A6B8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3EA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D6EB8-9CAB-438A-893B-BA45BA0E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1FFDB-6B9A-4598-8CDA-29C6630E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videojuegos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2383F-8030-4047-9304-37EFEF95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devuelve precio y nombre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067AB-0892-4D59-AD58-DB0BC64B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195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65D4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8DB4C8-889A-4FD4-9C3B-231418AD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19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1D3D8-F59A-4B27-9C95-9A52DEF7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338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usuarios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7870BD-8F1E-4F78-B171-0CDFC955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005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perfil y correo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5C5AB-DF70-460C-98C9-40DF91C7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F065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8A825D-072B-4608-9511-C6BE267E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5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AB6DCA-8747-42ED-A748-A9C4B8EB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146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pagos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EC4DFB-BB22-47BE-92B1-C59D8122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813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cobra total del carrito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9A713E-0FF3-47FF-900B-69CC85E0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8B7C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BD7D32-8C36-494F-A7B0-054EA4D0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F158E6-5AE9-4831-A52C-50F6D671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pedidos/resenas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04F2C9-0161-49F3-85C4-A990048B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767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detalle por usuario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D4404B-F293-4DCC-BCCF-4B709C2D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9087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B7AD3E-FACC-4BFE-9A5E-8D2AF355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86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EA7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EA7FF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E9824E-E9BF-4938-AF41-5A9C66EB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81325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GET /videojuegos/{id}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2B3D36-4A20-4873-875F-887556F9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9087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5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C90AB7-8899-446D-800A-710F0762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86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6565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06565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952A6A-7F7D-4157-B23D-1D1188A2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81325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GET resumen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C6194B-4C3D-4D25-975A-640A1D53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767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72D90D-C21F-41B7-B768-975462B9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719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5D48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5D48A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1D7642-DC90-4AD5-97F1-AEEE3D1F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GET /usuarios/{id}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31ABC8-736F-4E78-8AD0-0E8DFBB8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904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F8B9FC-81C8-4099-91F2-9EFB9B67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91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3A63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3A63B"/>
                </a:solidFill>
                <a:latin typeface="Avenir Next"/>
                <a:ea typeface="Avenir Next"/>
                <a:cs typeface="Avenir Next"/>
              </a:rPr>
              <a:t>Principio usado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53EB94-2FB5-4F8E-B19A-38CB471E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53050"/>
            <a:ext cx="628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Cada microservicio conserva su tabla y su controlador; Feign solo resuelve la informacion externa necesaria.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22AF76-37D4-4826-A675-38F43C1E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D68C53-368F-4541-A015-3F7F6FE1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Integracion interna | Feign clients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561086-405D-47B5-94B6-5CC2F64C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1566916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56A177-AAA4-4E2B-ADE1-42EE1FAD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ECD23AC-89CA-4128-B47C-1C9368DA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208CE6D-FE09-4CAD-AFE5-A860C2CA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APRENDIZAJES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BC5FD-BC5A-4D1F-B9A1-D974C084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DABE6-27A4-4B9D-8110-9D5E0173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018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1018"/>
                </a:solidFill>
                <a:latin typeface="Georgia"/>
                <a:ea typeface="Georgia"/>
                <a:cs typeface="Georgia"/>
              </a:rPr>
              <a:t>Los errores resueltos tambien son parte de la arquitectura final.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FFBC1-56EE-42C8-A3E3-4B093C64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9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18096"/>
                </a:solidFill>
                <a:latin typeface="Avenir Next"/>
                <a:ea typeface="Avenir Next"/>
                <a:cs typeface="Avenir Next"/>
              </a:rPr>
              <a:t>La disertacion puede mostrar no solo lo que funciona, sino por que ciertas configuraciones se dejaron asi.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5D6EE-3377-4497-9235-2DBFC7FF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59CAC-86CB-4914-BD67-66B1279E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PROBLEMA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8E939-E735-4E6B-8A72-955FF757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90800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SINTOMA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9B748-09EE-41D7-B744-3DA43211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9080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SOLUCION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46EE2-FE04-42DD-9192-9D5FF039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2A793-1D76-43D7-AD32-1B76A1F4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780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MariaDB desactualizado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15AF3-28A0-481B-8D61-A4B4F272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337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Flyway fallaba con mysql.proc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1EA1C-517A-4E64-8DC0-5A1B4D7D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mysql_upgrade --force --force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EC64E-D163-471E-8F35-9998A3E1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BE09A-B150-4C6A-96D8-1D237264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0E993-EE2C-4A83-A3DC-FD3F3DB7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780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Gateway colgado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958F7-1F9F-400C-8075-9BD59B33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290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Eureka publicaba IP 192.168.x.x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2DE50-4C83-4472-A0B5-BC9765F3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290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registrar host como localhost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A27605-841B-40FE-9B63-EED1456F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6ADBD-29D8-45BE-AE2B-C1A4795A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ECC79-00FA-4A89-99B0-E26612C9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780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Login 401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B87D85-4D84-4D0E-AA78-5EB61AA4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243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hash inicial no correspondia a password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46E28C-C856-43B6-AC36-EF60223E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243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migracion V3 con BCrypt correcto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D5611C-3ADD-48C0-9075-86326CA9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685521-5AB2-4A90-AD24-97C65C38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3DF877-A684-4D07-A6ED-5865A50F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780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Base manual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7DB8E3-FBCD-4EDB-965A-45667838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196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dependia de phpMyAdmin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6CD275-9838-4C32-9350-6B3E00FF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Flyway crea tablas y seed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610FC0-9A50-47D3-B138-6021E5A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C9CBA9-898E-4DED-BB01-9971483F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2A63CE-8F4B-48BF-B2FF-C0DFE4FE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780" b="1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Orden de arranque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B21793-5025-44A5-8166-6940DE54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149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gateway no encontraba servicios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DDD909-AEEE-45EB-A45A-7FD7A0C5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149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071018"/>
                </a:solidFill>
                <a:latin typeface="Avenir Next"/>
                <a:ea typeface="Avenir Next"/>
                <a:cs typeface="Avenir Next"/>
              </a:rPr>
              <a:t>gateway al final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72D128-2B6C-4632-8CA4-0F823637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1F6141-B979-4FA7-9F16-B6D0115F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14400"/>
            <a:ext cx="2114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B6EBFB-C62C-4518-81C6-BB853D8B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1239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3A63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3A63B"/>
                </a:solidFill>
                <a:latin typeface="Avenir Next"/>
                <a:ea typeface="Avenir Next"/>
                <a:cs typeface="Avenir Next"/>
              </a:rPr>
              <a:t>No fue magia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F40500-03BD-4FD7-AC09-CF6ACBDD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097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fue trazable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14F08A-2FDC-4CB8-AF47-ABC540FF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3A0D33-0778-402D-B099-C755E0FC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Problemas reales resueltos durante la integracion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5A7045-5F0E-471D-80C1-0FF91483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393005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08801-5AB8-419D-8A4A-21536BE4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E5C04-98F8-4D2F-8F62-94887766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99902-10D7-442A-A721-73E071C6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116981D-35CD-4787-A7F5-67212089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B38ECD-4C3A-4FFE-83D4-F18C2EFF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CIERRE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FC265-184A-406E-BFC2-A03D541D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CEEB7-8E37-499F-98B7-79446B7E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El proyecto queda listo para exponer porque se puede explicar, levantar y demostrar.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A9E4E-7FBB-47F0-BB2C-6A2336D4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La mejor prueba es empezar desde una base vacia, levantar servicios, ver Eureka, hacer login y recorrer el flujo de compra desde Postman.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FC16D-55D0-4F72-B45C-F54646E3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B62FC-C25D-4287-A036-DD117567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52B28-4059-4CF3-869F-F6CC20D5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EXPLICAR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4F01A-2740-45D0-A1C0-AB592BF8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arquitectura y responsabilidades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A707A-90C8-499F-A20E-161D9DA5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0A4B0-7ABA-424F-B607-5370BD96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4BC40-50CC-411A-B923-E2B041C1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004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LEVANTAR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DE1DD-E5A0-4FB3-A8D0-C0ACED52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config, eureka y servicios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09872-386F-4FB1-B5FC-37EF929C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30493-67D5-41BE-B424-8E5EA8B7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813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96086A-8B15-402C-BF0D-FD280DB8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004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PROBAR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0DB331-F039-4A7E-AC6A-BBE1F8CB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Postman por gateway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27A472-ED7F-400E-9AB0-837B5AF7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09850"/>
            <a:ext cx="2476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C2A"/>
          </a:solidFill>
          <a:ln xmlns:a="http://schemas.openxmlformats.org/drawingml/2006/main" w="9525">
            <a:solidFill>
              <a:srgbClr val="2434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F33B4F-D0FF-419B-9302-6537FF9A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Proximos pasos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0C44D3-03EA-4E7A-A01E-C510D598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5755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1. Activar JWT real</a:t>
            </a:r>
          </a:p>
          <a:p xmlns:a="http://schemas.openxmlformats.org/drawingml/2006/main">
            <a:pPr algn="l">
              <a:defRPr sz="900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2. Agregar tests automatizados</a:t>
            </a:r>
          </a:p>
          <a:p xmlns:a="http://schemas.openxmlformats.org/drawingml/2006/main">
            <a:pPr algn="l">
              <a:defRPr sz="900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3. Separar schemas por dominio</a:t>
            </a:r>
          </a:p>
          <a:p xmlns:a="http://schemas.openxmlformats.org/drawingml/2006/main">
            <a:pPr algn="l">
              <a:defRPr sz="900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4. Documentar coleccion Postman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5E64F3-76D8-4E3B-BB86-8E8B6688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33950"/>
            <a:ext cx="809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EA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EB7729-E8BB-45D2-B9E9-F4E7D40E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054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3A63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3A63B"/>
                </a:solidFill>
                <a:latin typeface="Avenir Next"/>
                <a:ea typeface="Avenir Next"/>
                <a:cs typeface="Avenir Next"/>
              </a:rPr>
              <a:t>Frase de cierre sugerida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96C3AA-8540-488E-8853-1DDC6F46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673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AFC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8FAFC"/>
                </a:solidFill>
                <a:latin typeface="Avenir Next"/>
                <a:ea typeface="Avenir Next"/>
                <a:cs typeface="Avenir Next"/>
              </a:rPr>
              <a:t>Lo importante no es solo que el CRUD responda, sino que el sistema completo pueda reconstruirse y verificarse.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DDEC5-7AE4-467E-87F0-EC3016B2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270C99-480D-4B86-AD97-9D52E366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Cierre de disertacion | demo reproducible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9D7C97-EA1B-4EED-939E-8D4AC36D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3C3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51451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2026-05-17T20:30:12.1150000Z</dcterms:created>
  <dcterms:modified xsi:type="dcterms:W3CDTF">2026-05-17T20:30:12.1150000Z</dcterms:modified>
</coreProperties>
</file>